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07377-ED8B-4864-820A-BEF9B8535EAB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F3365-448A-4A6E-B85C-30943D6D38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43553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Gives each type a value to prioritise between</a:t>
            </a:r>
          </a:p>
          <a:p>
            <a:r>
              <a:rPr lang="en-GB" dirty="0"/>
              <a:t>Skips garbage completely</a:t>
            </a:r>
          </a:p>
          <a:p>
            <a:r>
              <a:rPr lang="en-GB" dirty="0"/>
              <a:t>Consumption: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Medkit</a:t>
            </a:r>
            <a:r>
              <a:rPr lang="en-GB" dirty="0"/>
              <a:t> and Food when below 50% of</a:t>
            </a:r>
            <a:br>
              <a:rPr lang="en-GB" dirty="0"/>
            </a:br>
            <a:r>
              <a:rPr lang="en-GB" dirty="0"/>
              <a:t>their respective max</a:t>
            </a:r>
          </a:p>
          <a:p>
            <a:r>
              <a:rPr lang="en-GB" dirty="0"/>
              <a:t>Prioritize Items</a:t>
            </a:r>
            <a:br>
              <a:rPr lang="en-GB" dirty="0"/>
            </a:br>
            <a:r>
              <a:rPr lang="en-GB" dirty="0"/>
              <a:t>when it spots an item it ignores house seeking and loots</a:t>
            </a:r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F3365-448A-4A6E-B85C-30943D6D38BE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24404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F3365-448A-4A6E-B85C-30943D6D38BE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55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BC10D9A-12B0-29FA-2166-15C7211F72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5438" y="-137160"/>
            <a:ext cx="14264640" cy="7132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GPP Exam: Zombie AI</a:t>
            </a:r>
            <a:endParaRPr lang="en-BE" dirty="0">
              <a:latin typeface="Britannic Bold" panose="020B09030607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94173-E662-7DA6-96AC-6B6FC122883A}"/>
              </a:ext>
            </a:extLst>
          </p:cNvPr>
          <p:cNvSpPr txBox="1"/>
          <p:nvPr/>
        </p:nvSpPr>
        <p:spPr>
          <a:xfrm>
            <a:off x="4340942" y="3509963"/>
            <a:ext cx="3510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ritannic Bold" panose="020B0903060703020204" pitchFamily="34" charset="0"/>
              </a:rPr>
              <a:t>Yanto Caluwe – 2DAE10</a:t>
            </a:r>
            <a:endParaRPr lang="en-BE" sz="24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Britannic Bold" panose="020B0903060703020204" pitchFamily="34" charset="0"/>
              </a:rPr>
              <a:t>Decision Making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64E1EDF-EDAB-BDB0-081E-ACF673DC5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69381"/>
            <a:ext cx="3888528" cy="4234619"/>
          </a:xfrm>
        </p:spPr>
        <p:txBody>
          <a:bodyPr>
            <a:normAutofit/>
          </a:bodyPr>
          <a:lstStyle/>
          <a:p>
            <a:r>
              <a:rPr lang="en-GB" sz="2000" u="sng" dirty="0">
                <a:latin typeface="Britannic Bold" panose="020B0903060703020204" pitchFamily="34" charset="0"/>
              </a:rPr>
              <a:t>Decision-Making:</a:t>
            </a:r>
            <a:br>
              <a:rPr lang="en-GB" sz="2000" dirty="0"/>
            </a:br>
            <a:r>
              <a:rPr lang="en-GB" sz="2000" dirty="0"/>
              <a:t>We use Blackboard Booleans to choose the best course of action</a:t>
            </a:r>
          </a:p>
          <a:p>
            <a:endParaRPr lang="en-GB" sz="2000" u="sng" dirty="0"/>
          </a:p>
          <a:p>
            <a:r>
              <a:rPr lang="en-GB" sz="2000" u="sng" dirty="0">
                <a:latin typeface="Britannic Bold" panose="020B0903060703020204" pitchFamily="34" charset="0"/>
              </a:rPr>
              <a:t>Safety First:</a:t>
            </a:r>
            <a:br>
              <a:rPr lang="en-GB" sz="2000" dirty="0"/>
            </a:br>
            <a:r>
              <a:rPr lang="en-GB" sz="2000" dirty="0"/>
              <a:t>‘</a:t>
            </a:r>
            <a:r>
              <a:rPr lang="en-GB" sz="2000" dirty="0" err="1"/>
              <a:t>IsInDanger</a:t>
            </a:r>
            <a:r>
              <a:rPr lang="en-GB" sz="2000" dirty="0"/>
              <a:t>’ flag gets called when our character is in danger and overrides the current Branch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US" sz="2000" u="sng" dirty="0">
                <a:latin typeface="Britannic Bold" panose="020B0903060703020204" pitchFamily="34" charset="0"/>
              </a:rPr>
              <a:t>Fallback:</a:t>
            </a:r>
            <a:br>
              <a:rPr lang="en-US" sz="2000" dirty="0"/>
            </a:br>
            <a:r>
              <a:rPr lang="en-US" sz="2000" dirty="0"/>
              <a:t>The ‘Explore’ branch is kept as last until our current area </a:t>
            </a:r>
            <a:r>
              <a:rPr lang="en-US" sz="2000" dirty="0" err="1"/>
              <a:t>hass</a:t>
            </a:r>
            <a:r>
              <a:rPr lang="en-US" sz="2000" dirty="0"/>
              <a:t> been fully scouted.</a:t>
            </a:r>
            <a:endParaRPr lang="en-US" sz="1200" dirty="0"/>
          </a:p>
          <a:p>
            <a:endParaRPr lang="en-US" sz="20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8FEC8DE-067F-7D80-855E-770C3B204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785" y="591740"/>
            <a:ext cx="6036723" cy="567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14D4601-0319-8B2A-1BDA-284975A277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5438" y="-137160"/>
            <a:ext cx="14264640" cy="713232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ED2C4C-0085-8914-0042-3C89F26F0BC1}"/>
              </a:ext>
            </a:extLst>
          </p:cNvPr>
          <p:cNvSpPr/>
          <p:nvPr/>
        </p:nvSpPr>
        <p:spPr>
          <a:xfrm>
            <a:off x="8260827" y="1573163"/>
            <a:ext cx="3092973" cy="4695938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6611EB-2BE0-8614-920E-BC8F70B56667}"/>
              </a:ext>
            </a:extLst>
          </p:cNvPr>
          <p:cNvSpPr/>
          <p:nvPr/>
        </p:nvSpPr>
        <p:spPr>
          <a:xfrm>
            <a:off x="4403073" y="1573164"/>
            <a:ext cx="3092973" cy="4695938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Enemy handling</a:t>
            </a:r>
            <a:endParaRPr lang="en-BE" dirty="0">
              <a:latin typeface="Britannic Bold" panose="020B09030607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F8D81C-A492-C230-3CBE-6DF459373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939" y="1794183"/>
            <a:ext cx="2389239" cy="2468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B47CDF-7AC5-AC24-6B97-55B1F142D1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7" t="1227" r="30752" b="58508"/>
          <a:stretch>
            <a:fillRect/>
          </a:stretch>
        </p:blipFill>
        <p:spPr>
          <a:xfrm>
            <a:off x="8771896" y="1794183"/>
            <a:ext cx="2070833" cy="225655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8BC74C-FD79-83DC-A10F-174C6B30F7EF}"/>
              </a:ext>
            </a:extLst>
          </p:cNvPr>
          <p:cNvSpPr/>
          <p:nvPr/>
        </p:nvSpPr>
        <p:spPr>
          <a:xfrm>
            <a:off x="595466" y="1573163"/>
            <a:ext cx="3092973" cy="4695938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20D47F-FBBE-5D71-0598-78E5EF59CF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74" y="1900343"/>
            <a:ext cx="2256555" cy="225655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1A7326B-0D56-E05D-24E5-9E94C4A4F13F}"/>
              </a:ext>
            </a:extLst>
          </p:cNvPr>
          <p:cNvSpPr/>
          <p:nvPr/>
        </p:nvSpPr>
        <p:spPr>
          <a:xfrm>
            <a:off x="838200" y="342395"/>
            <a:ext cx="911942" cy="1393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B1E170-B9D2-D525-66D2-40764CAC6582}"/>
              </a:ext>
            </a:extLst>
          </p:cNvPr>
          <p:cNvSpPr txBox="1"/>
          <p:nvPr/>
        </p:nvSpPr>
        <p:spPr>
          <a:xfrm>
            <a:off x="845322" y="4659001"/>
            <a:ext cx="2593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Britannic Bold" panose="020B0903060703020204" pitchFamily="34" charset="0"/>
              </a:rPr>
              <a:t>Scan</a:t>
            </a:r>
            <a:endParaRPr lang="en-BE" sz="4400" dirty="0">
              <a:latin typeface="Britannic Bold" panose="020B09030607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EE976F-3AEF-B88A-038E-F0D482D83D9F}"/>
              </a:ext>
            </a:extLst>
          </p:cNvPr>
          <p:cNvSpPr txBox="1"/>
          <p:nvPr/>
        </p:nvSpPr>
        <p:spPr>
          <a:xfrm>
            <a:off x="4652929" y="4659000"/>
            <a:ext cx="2593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Britannic Bold" panose="020B0903060703020204" pitchFamily="34" charset="0"/>
              </a:rPr>
              <a:t>Flee</a:t>
            </a:r>
            <a:endParaRPr lang="en-BE" sz="4400" dirty="0">
              <a:latin typeface="Britannic Bold" panose="020B0903060703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2F2540-5631-6D40-9D34-141C733C7411}"/>
              </a:ext>
            </a:extLst>
          </p:cNvPr>
          <p:cNvSpPr txBox="1"/>
          <p:nvPr/>
        </p:nvSpPr>
        <p:spPr>
          <a:xfrm>
            <a:off x="8510683" y="4659000"/>
            <a:ext cx="2593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Britannic Bold" panose="020B0903060703020204" pitchFamily="34" charset="0"/>
              </a:rPr>
              <a:t>Fight</a:t>
            </a:r>
            <a:endParaRPr lang="en-BE" sz="44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8E94A4-401F-A3CB-1642-FC20694E3C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5438" y="-137160"/>
            <a:ext cx="14264640" cy="7132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Inventory</a:t>
            </a:r>
            <a:endParaRPr lang="en-BE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SzPts val="2800"/>
              <a:buFont typeface="Arial" panose="020B0604020202020204" pitchFamily="34" charset="0"/>
              <a:buChar char="•"/>
            </a:pPr>
            <a:r>
              <a:rPr lang="en-GB" sz="2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Garbage Disposal:</a:t>
            </a:r>
          </a:p>
          <a:p>
            <a:pPr lvl="1">
              <a:buSzPts val="2800"/>
            </a:pPr>
            <a:r>
              <a:rPr lang="en-GB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character skips any garbage it comes across along the way.</a:t>
            </a:r>
          </a:p>
          <a:p>
            <a:pPr>
              <a:buSzPts val="2800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Item Evaluation:</a:t>
            </a:r>
          </a:p>
          <a:p>
            <a:pPr lvl="1">
              <a:buSzPts val="2800"/>
            </a:pPr>
            <a:r>
              <a:rPr lang="en-GB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Each item type get assigned a weight to choose pickup priority.</a:t>
            </a:r>
          </a:p>
          <a:p>
            <a:pPr lvl="1">
              <a:buSzPts val="2800"/>
            </a:pPr>
            <a:endParaRPr lang="en-GB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SzPts val="2800"/>
            </a:pPr>
            <a:r>
              <a:rPr lang="en-GB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Consumption Routine:</a:t>
            </a:r>
          </a:p>
          <a:p>
            <a:pPr lvl="1">
              <a:buSzPts val="2800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When the character stamina/health falls below 50% this triggers an automatic consumption</a:t>
            </a:r>
            <a:endParaRPr lang="en-GB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131755-994E-A639-0E7F-122B060FB2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5438" y="-137160"/>
            <a:ext cx="14264640" cy="7132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Movement - Steering</a:t>
            </a:r>
            <a:endParaRPr lang="en-BE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ts val="2800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K.I.S.S.</a:t>
            </a:r>
          </a:p>
          <a:p>
            <a:pPr>
              <a:buSzPts val="2800"/>
            </a:pPr>
            <a:endParaRPr lang="en-GB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SzPts val="2800"/>
            </a:pPr>
            <a:r>
              <a:rPr lang="en-GB" dirty="0" err="1">
                <a:solidFill>
                  <a:srgbClr val="000000"/>
                </a:solidFill>
                <a:latin typeface="Calibri" panose="020F0502020204030204" pitchFamily="34" charset="0"/>
              </a:rPr>
              <a:t>MoveTo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():</a:t>
            </a:r>
            <a:b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	I kept It simple and used the exposed Method</a:t>
            </a:r>
          </a:p>
          <a:p>
            <a:pPr>
              <a:buSzPts val="2800"/>
            </a:pPr>
            <a:endParaRPr lang="en-GB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SzPts val="2800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The Method Simply gets handed a </a:t>
            </a:r>
            <a:r>
              <a:rPr lang="en-GB" dirty="0" err="1">
                <a:solidFill>
                  <a:srgbClr val="000000"/>
                </a:solidFill>
                <a:latin typeface="Calibri" panose="020F0502020204030204" pitchFamily="34" charset="0"/>
              </a:rPr>
              <a:t>TargetLocation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 that gets manipulated by the </a:t>
            </a:r>
            <a:r>
              <a:rPr lang="en-GB" dirty="0" err="1">
                <a:solidFill>
                  <a:srgbClr val="000000"/>
                </a:solidFill>
                <a:latin typeface="Calibri" panose="020F0502020204030204" pitchFamily="34" charset="0"/>
              </a:rPr>
              <a:t>Behavior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 Tree.</a:t>
            </a:r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025AFB7-CD49-17B8-8380-E0C18F9F8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6" r="22875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latin typeface="Britannic Bold" panose="020B0903060703020204" pitchFamily="34" charset="0"/>
              </a:rPr>
              <a:t>Movement - Exploration</a:t>
            </a:r>
            <a:endParaRPr lang="en-BE" sz="400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GB" sz="1900" dirty="0"/>
              <a:t>Our character keeps two Arrays, A Spotted Houses and </a:t>
            </a:r>
            <a:r>
              <a:rPr lang="en-GB" sz="1900" dirty="0" err="1"/>
              <a:t>Visitsed</a:t>
            </a:r>
            <a:r>
              <a:rPr lang="en-GB" sz="1900" dirty="0"/>
              <a:t> Houses.</a:t>
            </a:r>
            <a:br>
              <a:rPr lang="en-GB" sz="1900" dirty="0"/>
            </a:br>
            <a:r>
              <a:rPr lang="en-GB" sz="1900" dirty="0"/>
              <a:t>This ensures it stays focused on the new houses.</a:t>
            </a:r>
          </a:p>
          <a:p>
            <a:pPr marL="0" indent="0">
              <a:buNone/>
            </a:pPr>
            <a:endParaRPr lang="en-GB" sz="1900" dirty="0"/>
          </a:p>
          <a:p>
            <a:pPr>
              <a:buFontTx/>
              <a:buChar char="-"/>
            </a:pPr>
            <a:r>
              <a:rPr lang="en-GB" sz="1900" dirty="0"/>
              <a:t>We don’t revisit any houses we came across.</a:t>
            </a:r>
          </a:p>
          <a:p>
            <a:pPr>
              <a:buFontTx/>
              <a:buChar char="-"/>
            </a:pPr>
            <a:endParaRPr lang="en-GB" sz="1900" dirty="0"/>
          </a:p>
          <a:p>
            <a:pPr>
              <a:buFontTx/>
              <a:buChar char="-"/>
            </a:pPr>
            <a:r>
              <a:rPr lang="en-GB" sz="1900" dirty="0"/>
              <a:t>When our character enters a house, it heads for the middle and scans the room. To see for loot or danger nearby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017D40-B315-5A2E-A012-01F56B621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3" y="2099024"/>
            <a:ext cx="6390275" cy="265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263</Words>
  <Application>Microsoft Office PowerPoint</Application>
  <PresentationFormat>Widescreen</PresentationFormat>
  <Paragraphs>38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Britannic Bold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Yanto CALUWÉ</cp:lastModifiedBy>
  <cp:revision>16</cp:revision>
  <dcterms:created xsi:type="dcterms:W3CDTF">2021-12-17T12:45:32Z</dcterms:created>
  <dcterms:modified xsi:type="dcterms:W3CDTF">2026-06-07T21:34:07Z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